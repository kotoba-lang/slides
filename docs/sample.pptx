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4000">
                <a:solidFill>
                  <a:srgbClr val="17202A"/>
                </a:solidFill>
              </a:rPr>
              <a:t>EDN to PPTX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17202A"/>
                </a:solidFill>
              </a:rPr>
              <a:t>Generated by kotoba-lang/slides CLJC</a:t>
            </a:r>
          </a:p>
        </p:txBody>
      </p:sp>
      <p:sp>
        <p:nvSpPr>
          <p:cNvPr id="12" name="panel"/>
          <p:cNvSpPr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solidFill>
            <a:srgbClr val="EAF0F8"/>
          </a:solidFill>
          <a:ln w="12700">
            <a:solidFill>
              <a:srgbClr val="496B9A"/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400">
                <a:solidFill>
                  <a:srgbClr val="17202A"/>
                </a:solidFill>
              </a:rPr>
              <a:t>Pure data deck model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200">
                <a:solidFill>
                  <a:srgbClr val="17202A"/>
                </a:solidFill>
              </a:rPr>
              <a:t>Decks, slides, and shapes are plain EDN maps.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ba">
  <a:themeElements>
    <a:clrScheme name="kotoba">
      <a:dk1>
        <a:srgbClr val="17202A"/>
      </a:dk1>
      <a:lt1>
        <a:srgbClr val="FFFFFF"/>
      </a:lt1>
      <a:dk2>
        <a:srgbClr val="334155"/>
      </a:dk2>
      <a:lt2>
        <a:srgbClr val="F7F8FB"/>
      </a:lt2>
      <a:accent1>
        <a:srgbClr val="496B9A"/>
      </a:accent1>
      <a:accent2>
        <a:srgbClr val="7C9A4B"/>
      </a:accent2>
      <a:accent3>
        <a:srgbClr val="B46A55"/>
      </a:accent3>
      <a:accent4>
        <a:srgbClr val="5C6F7E"/>
      </a:accent4>
      <a:accent5>
        <a:srgbClr val="8A6F3D"/>
      </a:accent5>
      <a:accent6>
        <a:srgbClr val="6A5A8E"/>
      </a:accent6>
      <a:hlink>
        <a:srgbClr val="315D8C"/>
      </a:hlink>
      <a:folHlink>
        <a:srgbClr val="6A5A8E"/>
      </a:folHlink>
    </a:clrScheme>
    <a:fontScheme name="kotoba">
      <a:majorFont>
        <a:latin typeface="Aptos Display"/>
      </a:majorFont>
      <a:minorFont>
        <a:latin typeface="Aptos"/>
      </a:minorFont>
    </a:fontScheme>
    <a:fmtScheme name="kotob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kotoba-lang/slides</Application>
  <PresentationFormat>On-screen Show (16:9)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kotoba EDN to PPTX</dc:title>
  <dc:creator>kotoba-lang/slides</dc:creator>
</cp:coreProperties>
</file>